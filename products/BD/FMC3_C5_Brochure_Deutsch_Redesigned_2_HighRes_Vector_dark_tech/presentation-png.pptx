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9999" cy="106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999" cy="1069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